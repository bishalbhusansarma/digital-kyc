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685799" y="2693987"/>
            <a:ext cx="7772401" cy="1470026"/>
          </a:xfrm>
          <a:prstGeom prst="rect">
            <a:avLst/>
          </a:prstGeom>
        </p:spPr>
        <p:txBody>
          <a:bodyPr/>
          <a:lstStyle/>
          <a:p>
            <a:pPr/>
            <a:r>
              <a:t>Digital KYC – Reduce Drop-Off, Lift Conversion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xfrm>
            <a:off x="1371599" y="4340157"/>
            <a:ext cx="6400801" cy="1752601"/>
          </a:xfrm>
          <a:prstGeom prst="rect">
            <a:avLst/>
          </a:prstGeom>
        </p:spPr>
        <p:txBody>
          <a:bodyPr/>
          <a:lstStyle/>
          <a:p>
            <a:pPr/>
            <a:r>
              <a:t>By: Bishal Bhusan Sarma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Project Overview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  <a:r>
              <a:t>• Fully interactive Digital KYC system built using Streamlit.</a:t>
            </a:r>
          </a:p>
          <a:p>
            <a:pPr marL="0" indent="0">
              <a:buSzTx/>
              <a:buFontTx/>
              <a:buNone/>
            </a:pPr>
            <a:r>
              <a:t>• Mimics real bank KYC onboarding flow end‑to‑end.</a:t>
            </a:r>
          </a:p>
          <a:p>
            <a:pPr marL="0" indent="0">
              <a:buSzTx/>
              <a:buFontTx/>
              <a:buNone/>
            </a:pPr>
            <a:r>
              <a:t>• Includes OCR extraction, OTP, photo verification, and submission.</a:t>
            </a:r>
          </a:p>
          <a:p>
            <a:pPr marL="0" indent="0">
              <a:buSzTx/>
              <a:buFontTx/>
              <a:buNone/>
            </a:pPr>
            <a:r>
              <a:t>• Goal: Reduce customer drop-offs and improve conversion.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Key Features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  <a:r>
              <a:t>• Dashboard with account &amp; KYC status.</a:t>
            </a:r>
          </a:p>
          <a:p>
            <a:pPr marL="0" indent="0">
              <a:buSzTx/>
              <a:buFontTx/>
              <a:buNone/>
            </a:pPr>
            <a:r>
              <a:t>• Auto OCR extraction from PAN &amp; Aadhaar.</a:t>
            </a:r>
          </a:p>
          <a:p>
            <a:pPr marL="0" indent="0">
              <a:buSzTx/>
              <a:buFontTx/>
              <a:buNone/>
            </a:pPr>
            <a:r>
              <a:t>• OTP sending + verification (Demo OTP: 1234).</a:t>
            </a:r>
          </a:p>
          <a:p>
            <a:pPr marL="0" indent="0">
              <a:buSzTx/>
              <a:buFontTx/>
              <a:buNone/>
            </a:pPr>
            <a:r>
              <a:t>• Editable details review.</a:t>
            </a:r>
          </a:p>
          <a:p>
            <a:pPr marL="0" indent="0">
              <a:buSzTx/>
              <a:buFontTx/>
              <a:buNone/>
            </a:pPr>
            <a:r>
              <a:t>• ID photo upload + real-time selfie capture.</a:t>
            </a:r>
          </a:p>
          <a:p>
            <a:pPr marL="0" indent="0">
              <a:buSzTx/>
              <a:buFontTx/>
              <a:buNone/>
            </a:pPr>
            <a:r>
              <a:t>• Final review &amp; JSON-based storage.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Document Upload &amp; OCR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 defTabSz="443484">
              <a:buSzTx/>
              <a:buFontTx/>
              <a:buNone/>
              <a:defRPr sz="3104"/>
            </a:pPr>
            <a:r>
              <a:t>• Users upload PAN &amp; Aadhaar.</a:t>
            </a:r>
          </a:p>
          <a:p>
            <a:pPr marL="0" indent="0" defTabSz="443484">
              <a:buSzTx/>
              <a:buFontTx/>
              <a:buNone/>
              <a:defRPr sz="3104"/>
            </a:pPr>
            <a:r>
              <a:t>• OCR extracts:</a:t>
            </a:r>
          </a:p>
          <a:p>
            <a:pPr marL="0" indent="0" defTabSz="443484">
              <a:buSzTx/>
              <a:buFontTx/>
              <a:buNone/>
              <a:defRPr sz="3104"/>
            </a:pPr>
            <a:r>
              <a:t>   - Name</a:t>
            </a:r>
          </a:p>
          <a:p>
            <a:pPr marL="0" indent="0" defTabSz="443484">
              <a:buSzTx/>
              <a:buFontTx/>
              <a:buNone/>
              <a:defRPr sz="3104"/>
            </a:pPr>
            <a:r>
              <a:t>   - DOB</a:t>
            </a:r>
          </a:p>
          <a:p>
            <a:pPr marL="0" indent="0" defTabSz="443484">
              <a:buSzTx/>
              <a:buFontTx/>
              <a:buNone/>
              <a:defRPr sz="3104"/>
            </a:pPr>
            <a:r>
              <a:t>   - PAN Number</a:t>
            </a:r>
          </a:p>
          <a:p>
            <a:pPr marL="0" indent="0" defTabSz="443484">
              <a:buSzTx/>
              <a:buFontTx/>
              <a:buNone/>
              <a:defRPr sz="3104"/>
            </a:pPr>
            <a:r>
              <a:t>   - Aadhaar Number</a:t>
            </a:r>
          </a:p>
          <a:p>
            <a:pPr marL="0" indent="0" defTabSz="443484">
              <a:buSzTx/>
              <a:buFontTx/>
              <a:buNone/>
              <a:defRPr sz="3104"/>
            </a:pPr>
            <a:r>
              <a:t>• Preprocessing ensures proper orientation and clarity.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OTP Verification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  <a:r>
              <a:t>• User enters mobile number.</a:t>
            </a:r>
          </a:p>
          <a:p>
            <a:pPr marL="0" indent="0">
              <a:buSzTx/>
              <a:buFontTx/>
              <a:buNone/>
            </a:pPr>
            <a:r>
              <a:t>• System sends OTP (static demo code: 1234).</a:t>
            </a:r>
          </a:p>
          <a:p>
            <a:pPr marL="0" indent="0">
              <a:buSzTx/>
              <a:buFontTx/>
              <a:buNone/>
            </a:pPr>
            <a:r>
              <a:t>• Must verify to continue.</a:t>
            </a:r>
          </a:p>
          <a:p>
            <a:pPr marL="0" indent="0">
              <a:buSzTx/>
              <a:buFontTx/>
              <a:buNone/>
            </a:pPr>
            <a:r>
              <a:t>• Prevents fraud and ensures user authenticity.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Photo Verification</a:t>
            </a:r>
          </a:p>
        </p:txBody>
      </p:sp>
      <p:sp>
        <p:nvSpPr>
          <p:cNvPr id="11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  <a:r>
              <a:t>• Upload scanned ID photo.</a:t>
            </a:r>
          </a:p>
          <a:p>
            <a:pPr marL="0" indent="0">
              <a:buSzTx/>
              <a:buFontTx/>
              <a:buNone/>
            </a:pPr>
            <a:r>
              <a:t>• Capture live selfie using camera.</a:t>
            </a:r>
          </a:p>
          <a:p>
            <a:pPr marL="0" indent="0">
              <a:buSzTx/>
              <a:buFontTx/>
              <a:buNone/>
            </a:pPr>
            <a:r>
              <a:t>• Prototype checks presence of both images.</a:t>
            </a:r>
          </a:p>
          <a:p>
            <a:pPr marL="0" indent="0">
              <a:buSzTx/>
              <a:buFontTx/>
              <a:buNone/>
            </a:pPr>
            <a:r>
              <a:t>• Ensures user presence and identity match.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Final Submission</a:t>
            </a:r>
          </a:p>
        </p:txBody>
      </p:sp>
      <p:sp>
        <p:nvSpPr>
          <p:cNvPr id="11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  <a:r>
              <a:t>• Shows all collected details.</a:t>
            </a:r>
          </a:p>
          <a:p>
            <a:pPr marL="0" indent="0">
              <a:buSzTx/>
              <a:buFontTx/>
              <a:buNone/>
            </a:pPr>
            <a:r>
              <a:t>• Displays uploaded documents &amp; photos.</a:t>
            </a:r>
          </a:p>
          <a:p>
            <a:pPr marL="0" indent="0">
              <a:buSzTx/>
              <a:buFontTx/>
              <a:buNone/>
            </a:pPr>
            <a:r>
              <a:t>• Stores KYC data into JSON file.</a:t>
            </a:r>
          </a:p>
          <a:p>
            <a:pPr marL="0" indent="0">
              <a:buSzTx/>
              <a:buFontTx/>
              <a:buNone/>
            </a:pPr>
            <a:r>
              <a:t>• Dashboard updates to “KYC Updated Successfully”.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Tech Stack</a:t>
            </a:r>
          </a:p>
        </p:txBody>
      </p:sp>
      <p:sp>
        <p:nvSpPr>
          <p:cNvPr id="11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  <a:r>
              <a:t>• Frontend: Streamlit</a:t>
            </a:r>
          </a:p>
          <a:p>
            <a:pPr marL="0" indent="0">
              <a:buSzTx/>
              <a:buFontTx/>
              <a:buNone/>
            </a:pPr>
            <a:r>
              <a:t>• OCR: Tesseract (pytesseract)</a:t>
            </a:r>
          </a:p>
          <a:p>
            <a:pPr marL="0" indent="0">
              <a:buSzTx/>
              <a:buFontTx/>
              <a:buNone/>
            </a:pPr>
            <a:r>
              <a:t>• Image Handling: Pillow (PIL)</a:t>
            </a:r>
          </a:p>
          <a:p>
            <a:pPr marL="0" indent="0">
              <a:buSzTx/>
              <a:buFontTx/>
              <a:buNone/>
            </a:pPr>
            <a:r>
              <a:t>• Data Storage: JSON</a:t>
            </a:r>
          </a:p>
          <a:p>
            <a:pPr marL="0" indent="0">
              <a:buSzTx/>
              <a:buFontTx/>
              <a:buNone/>
            </a:pPr>
            <a:r>
              <a:t>• State Management: Streamlit Session State</a:t>
            </a:r>
          </a:p>
          <a:p>
            <a:pPr marL="0" indent="0">
              <a:buSzTx/>
              <a:buFontTx/>
              <a:buNone/>
            </a:pPr>
            <a:r>
              <a:t>• UI Styling: Custom CSS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Existing Challenges in Digital KYC</a:t>
            </a:r>
          </a:p>
        </p:txBody>
      </p:sp>
      <p:sp>
        <p:nvSpPr>
          <p:cNvPr id="11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  <a:r>
              <a:t>• Duplicate KYC submissions.</a:t>
            </a:r>
          </a:p>
          <a:p>
            <a:pPr marL="0" indent="0">
              <a:buSzTx/>
              <a:buFontTx/>
              <a:buNone/>
            </a:pPr>
            <a:r>
              <a:t>• Slow backend response times (ideal &lt; 20 sec).</a:t>
            </a:r>
          </a:p>
          <a:p>
            <a:pPr marL="0" indent="0">
              <a:buSzTx/>
              <a:buFontTx/>
              <a:buNone/>
            </a:pPr>
            <a:r>
              <a:t>• Improper document scanning.</a:t>
            </a:r>
          </a:p>
          <a:p>
            <a:pPr marL="0" indent="0">
              <a:buSzTx/>
              <a:buFontTx/>
              <a:buNone/>
            </a:pPr>
            <a:r>
              <a:t>• Users failing after 3 attempts → auto rejection.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Expected Business Outcomes</a:t>
            </a:r>
          </a:p>
        </p:txBody>
      </p:sp>
      <p:sp>
        <p:nvSpPr>
          <p:cNvPr id="12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  <a:r>
              <a:t>• Reduce customer abandonment.</a:t>
            </a:r>
          </a:p>
          <a:p>
            <a:pPr marL="0" indent="0">
              <a:buSzTx/>
              <a:buFontTx/>
              <a:buNone/>
            </a:pPr>
            <a:r>
              <a:t>• Faster turnaround time (TAT).</a:t>
            </a:r>
          </a:p>
          <a:p>
            <a:pPr marL="0" indent="0">
              <a:buSzTx/>
              <a:buFontTx/>
              <a:buNone/>
            </a:pPr>
            <a:r>
              <a:t>• Clearer next-step visibility.</a:t>
            </a:r>
          </a:p>
          <a:p>
            <a:pPr marL="0" indent="0">
              <a:buSzTx/>
              <a:buFontTx/>
              <a:buNone/>
            </a:pPr>
            <a:r>
              <a:t>• Fewer re-submissions and errors.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KYC Guidelines (Retail Customers)</a:t>
            </a:r>
          </a:p>
        </p:txBody>
      </p:sp>
      <p:sp>
        <p:nvSpPr>
          <p:cNvPr id="12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Acceptable Documents: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• Aadhaar Card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• PAN Card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• Passport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• Voter ID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Rules: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• PAN + Aadhaar mandatory for digital onboarding.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• Photo must match live selfie.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• Passport must have 6 months validity.</a:t>
            </a:r>
          </a:p>
          <a:p>
            <a:pPr marL="0" indent="0" defTabSz="310895">
              <a:spcBef>
                <a:spcPts val="500"/>
              </a:spcBef>
              <a:buSzTx/>
              <a:buFontTx/>
              <a:buNone/>
              <a:defRPr sz="2176"/>
            </a:pPr>
            <a:r>
              <a:t>• 3 attempts allowed per stage.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hank You."/>
          <p:cNvSpPr txBox="1"/>
          <p:nvPr>
            <p:ph type="ctrTitle"/>
          </p:nvPr>
        </p:nvSpPr>
        <p:spPr>
          <a:xfrm>
            <a:off x="685800" y="2693987"/>
            <a:ext cx="7772400" cy="1470026"/>
          </a:xfrm>
          <a:prstGeom prst="rect">
            <a:avLst/>
          </a:prstGeom>
        </p:spPr>
        <p:txBody>
          <a:bodyPr/>
          <a:lstStyle/>
          <a:p>
            <a:pPr/>
            <a:r>
              <a:t>Thank You.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